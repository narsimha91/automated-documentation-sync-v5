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" y="713232"/>
            <a:ext cx="109728" cy="49834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749808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1D5D0"/>
                </a:solidFill>
                <a:latin typeface="Aptos"/>
              </a:rPr>
              <a:t>AUTOMATED DOCUMENTATION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353312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README
AUTO-SYNC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999232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7E5EA"/>
                </a:solidFill>
                <a:latin typeface="Aptos"/>
              </a:rPr>
              <a:t>From Confluence story to a human-approved,
working documentation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33095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FC0C9"/>
                </a:solidFill>
                <a:latin typeface="Aptos"/>
              </a:rPr>
              <a:t>SDLC WALKTHROUGH  •  07 OCT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321040" y="2816352"/>
            <a:ext cx="2880360" cy="0"/>
          </a:xfrm>
          <a:prstGeom prst="line">
            <a:avLst/>
          </a:prstGeom>
          <a:ln w="25400">
            <a:solidFill>
              <a:srgbClr val="5271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321040" y="2450592"/>
            <a:ext cx="475488" cy="475488"/>
          </a:xfrm>
          <a:prstGeom prst="ellipse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3090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E5EA"/>
                </a:solidFill>
                <a:latin typeface="Aptos"/>
              </a:rPr>
              <a:t>STORY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2450592"/>
            <a:ext cx="475488" cy="475488"/>
          </a:xfrm>
          <a:prstGeom prst="ellipse">
            <a:avLst/>
          </a:prstGeom>
          <a:solidFill>
            <a:srgbClr val="4FB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3090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E5EA"/>
                </a:solidFill>
                <a:latin typeface="Aptos"/>
              </a:rPr>
              <a:t>BUILD</a:t>
            </a:r>
          </a:p>
        </p:txBody>
      </p:sp>
      <p:sp>
        <p:nvSpPr>
          <p:cNvPr id="12" name="Oval 11"/>
          <p:cNvSpPr/>
          <p:nvPr/>
        </p:nvSpPr>
        <p:spPr>
          <a:xfrm>
            <a:off x="10149840" y="2450592"/>
            <a:ext cx="475488" cy="475488"/>
          </a:xfrm>
          <a:prstGeom prst="ellipse">
            <a:avLst/>
          </a:prstGeom>
          <a:solidFill>
            <a:srgbClr val="8CC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5248" y="3090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E5EA"/>
                </a:solidFill>
                <a:latin typeface="Aptos"/>
              </a:rPr>
              <a:t>VERIFY</a:t>
            </a:r>
          </a:p>
        </p:txBody>
      </p:sp>
      <p:sp>
        <p:nvSpPr>
          <p:cNvPr id="14" name="Oval 13"/>
          <p:cNvSpPr/>
          <p:nvPr/>
        </p:nvSpPr>
        <p:spPr>
          <a:xfrm>
            <a:off x="11064240" y="2450592"/>
            <a:ext cx="475488" cy="475488"/>
          </a:xfrm>
          <a:prstGeom prst="ellipse">
            <a:avLst/>
          </a:prstGeom>
          <a:solidFill>
            <a:srgbClr val="F09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99648" y="30906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D7E5EA"/>
                </a:solidFill>
                <a:latin typeface="Aptos"/>
              </a:rPr>
              <a:t>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822191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A small change,
with a complete trail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315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3C5CE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3C5C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01  /  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Keep the README feature list in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The user story defines a narrow automation boundary and a fail-fast publishing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10881360" cy="117043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“As a developer, I want an automated GitHub Actions workflow to update our README features list whenever src/features.py changes on main, so documentation stays synced without manual effort.”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19272"/>
            <a:ext cx="2084831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319272"/>
            <a:ext cx="2084831" cy="7315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575304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995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Only a push to main
that changes src/features.py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3319272"/>
            <a:ext cx="2084831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3319272"/>
            <a:ext cx="2084831" cy="73152"/>
          </a:xfrm>
          <a:prstGeom prst="rect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3575304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805A"/>
                </a:solidFill>
                <a:latin typeface="Aptos"/>
              </a:rPr>
              <a:t>TEST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3995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Run pytest first; any
failure stops publication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3319272"/>
            <a:ext cx="2084831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57216" y="3319272"/>
            <a:ext cx="2084831" cy="73152"/>
          </a:xfrm>
          <a:prstGeom prst="rect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7" y="3575304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6678"/>
                </a:solidFill>
                <a:latin typeface="Aptos"/>
              </a:rPr>
              <a:t>SYNC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3995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Validate one ordered
start/end marker 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319272"/>
            <a:ext cx="2084831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3319272"/>
            <a:ext cx="2084831" cy="73152"/>
          </a:xfrm>
          <a:prstGeom prst="rect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3575304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66B54"/>
                </a:solidFill>
                <a:latin typeface="Aptos"/>
              </a:rPr>
              <a:t>PRESERVE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3995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Never rewrite content
outside the markers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56064" y="3319272"/>
            <a:ext cx="2084831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56064" y="3319272"/>
            <a:ext cx="2084831" cy="73152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3575304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9B44C"/>
                </a:solidFill>
                <a:latin typeface="Aptos"/>
              </a:rPr>
              <a:t>PUBLISH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3995928"/>
            <a:ext cx="1755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Create or update a PR
from docs/auto-update-readme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6692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Design choice: feature names come from features() at runtime; Create, Update, and READ are data, not workflow constants.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02  / 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Eight phases, explicit human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Artifacts moved forward only after the user reviewed and approved each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66928" cy="566928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9476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78608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Story distilled;
format + marker rules agreed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168C8C"/>
                </a:solidFill>
                <a:latin typeface="Aptos"/>
              </a:rPr>
              <a:t>HUMAN APPROVAL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828800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38144" y="1828800"/>
            <a:ext cx="566928" cy="566928"/>
          </a:xfrm>
          <a:prstGeom prst="roundRect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93852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3" y="19476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578608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Python 3.12, pytest,
sync script, one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200400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276678"/>
                </a:solidFill>
                <a:latin typeface="Aptos"/>
              </a:rPr>
              <a:t>HUMAN APPROVAL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66928" cy="566928"/>
          </a:xfrm>
          <a:prstGeom prst="roundRect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3852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9476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Design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578608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No blockers; four
safeguards 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00400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2D805A"/>
                </a:solidFill>
                <a:latin typeface="Aptos"/>
              </a:rPr>
              <a:t>HUMAN APPROVAL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828800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97696" y="1828800"/>
            <a:ext cx="566928" cy="566928"/>
          </a:xfrm>
          <a:prstGeom prst="round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193852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19476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Implementation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78608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Ordered tasks +
permissions gate 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3200400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E9B44C"/>
                </a:solidFill>
                <a:latin typeface="Aptos"/>
              </a:rPr>
              <a:t>HUMAN APPROVAL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776472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3776472"/>
            <a:ext cx="566928" cy="566928"/>
          </a:xfrm>
          <a:prstGeom prst="roundRect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8620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38953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526280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Feature module, sync,
tests, Actions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148072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D66B54"/>
                </a:solidFill>
                <a:latin typeface="Aptos"/>
              </a:rPr>
              <a:t>HUMAN APPROVAL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38144" y="3776472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38144" y="3776472"/>
            <a:ext cx="566928" cy="566928"/>
          </a:xfrm>
          <a:prstGeom prst="roundRect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38144" y="388620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9663" y="38953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Code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2736" y="4526280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No blockers; pytest
pinning deferred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2736" y="5148072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276678"/>
                </a:solidFill>
                <a:latin typeface="Aptos"/>
              </a:rPr>
              <a:t>HUMAN APPROVAL GATE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776472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3776472"/>
            <a:ext cx="566928" cy="566928"/>
          </a:xfrm>
          <a:prstGeom prst="roundRect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88620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8953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526280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11 tests passed on
Python 3.12.10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148072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2D805A"/>
                </a:solidFill>
                <a:latin typeface="Aptos"/>
              </a:rPr>
              <a:t>HUMAN APPROVAL GATE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7696" y="3776472"/>
            <a:ext cx="257860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97696" y="3776472"/>
            <a:ext cx="566928" cy="566928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97696" y="388620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9216" y="389534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Pull requests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4526280"/>
            <a:ext cx="226771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Human-approved PRs;
merge triggers automation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5148072"/>
            <a:ext cx="2194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168C8C"/>
                </a:solidFill>
                <a:latin typeface="Aptos"/>
              </a:rPr>
              <a:t>HUMAN APPROVAL GATE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03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The pipeline is intentionally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A failed test or invalid marker stops before README write or PR publication.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875788"/>
            <a:ext cx="256032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78807" y="2875788"/>
            <a:ext cx="256033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9048" y="2875788"/>
            <a:ext cx="256032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19288" y="2875788"/>
            <a:ext cx="256032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39528" y="2875788"/>
            <a:ext cx="256032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212848"/>
            <a:ext cx="1627632" cy="91440"/>
          </a:xfrm>
          <a:prstGeom prst="rect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76678"/>
                </a:solidFill>
                <a:latin typeface="Aptos"/>
              </a:rPr>
              <a:t>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main +
src/features.py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3288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32888" y="2212848"/>
            <a:ext cx="1627632" cy="91440"/>
          </a:xfrm>
          <a:prstGeom prst="rect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805A"/>
                </a:solidFill>
                <a:latin typeface="Aptos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pytest suite
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53128" y="2212848"/>
            <a:ext cx="1627632" cy="914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features() →
ordered bullets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2212848"/>
            <a:ext cx="1627632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9B44C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unique, ordered
marker pair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360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3608" y="2212848"/>
            <a:ext cx="1627632" cy="91440"/>
          </a:xfrm>
          <a:prstGeom prst="rect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66B54"/>
                </a:solidFill>
                <a:latin typeface="Aptos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replace marker
interior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3848" y="2212848"/>
            <a:ext cx="1627632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13848" y="2212848"/>
            <a:ext cx="1627632" cy="914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459736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2A43"/>
                </a:solidFill>
                <a:latin typeface="Aptos"/>
              </a:rPr>
              <a:t>PUBLISH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816352"/>
            <a:ext cx="1389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bot branch +
create/update PR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096512"/>
            <a:ext cx="5166360" cy="1115568"/>
          </a:xfrm>
          <a:prstGeom prst="roundRect">
            <a:avLst/>
          </a:prstGeom>
          <a:solidFill>
            <a:srgbClr val="F9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97680"/>
            <a:ext cx="987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66B54"/>
                </a:solidFill>
                <a:latin typeface="Aptos"/>
              </a:rPr>
              <a:t>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261104"/>
            <a:ext cx="3703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3247"/>
                </a:solidFill>
                <a:latin typeface="Aptos"/>
              </a:rPr>
              <a:t>Tests fail OR markers invalid → no README write; publishing step is never reached.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4096512"/>
            <a:ext cx="5440680" cy="1115568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97680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4261104"/>
            <a:ext cx="3703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3247"/>
                </a:solidFill>
                <a:latin typeface="Aptos"/>
              </a:rPr>
              <a:t>Only a real README diff updates docs/auto-update-readme and its PR to main.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9612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987"/>
                </a:solidFill>
                <a:latin typeface="Aptos"/>
              </a:rPr>
              <a:t>Permissions: contents: write + pull-requests: write; GITHUB_TOKEN; actions pinned to immutable SHAs.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04  / 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The markers are a hard ownership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Automation owns the interior only; the rest of the document remains human-maintained.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4937760" cy="36118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1D5D0"/>
                </a:solidFill>
                <a:latin typeface="Aptos"/>
              </a:rPr>
              <a:t>README.md  /  managed 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0D2C8"/>
                </a:solidFill>
                <a:latin typeface="Consolas"/>
              </a:rPr>
              <a:t>&lt;!-- docs-sync: start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3639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-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753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-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1421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-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531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0D2C8"/>
                </a:solidFill>
                <a:latin typeface="Consolas"/>
              </a:rPr>
              <a:t>&lt;!-- docs-sync: end --&gt;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074920"/>
            <a:ext cx="4315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9CBD4"/>
                </a:solidFill>
                <a:latin typeface="Aptos"/>
              </a:rPr>
              <a:t>Outside these markers: untouched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84708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1965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Exactly one start + one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30552"/>
            <a:ext cx="46817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Missing, duplicate, or reversed markers fail before write.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43200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157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Stable 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026664"/>
            <a:ext cx="46817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One ordered Markdown bullet per feature; embedded line breaks become spaces.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63931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6118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Exact preservation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22776"/>
            <a:ext cx="46817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Tests compare surrounding bytes, including CRLF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535424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5079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Idempotent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818888"/>
            <a:ext cx="468172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If generated content matches, do not write or create an empty commit.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05  / 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Small components, clear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Keep business data in Python, sync logic testable, and YAML focused on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56231"/>
            <a:ext cx="5230368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Consolas"/>
              </a:rPr>
              <a:t>src/features.py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42615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FEATURES = [Create, Update, READ]
features() returns a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56231"/>
            <a:ext cx="5230368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0253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6678"/>
                </a:solidFill>
                <a:latin typeface="Consolas"/>
              </a:rPr>
              <a:t>scripts/sync_readme.py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951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Sync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42615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Validate markers, render bullets, compare output, and write only on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56432"/>
            <a:ext cx="5230368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60273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805A"/>
                </a:solidFill>
                <a:latin typeface="Consolas"/>
              </a:rPr>
              <a:t>tests/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8953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Quality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24281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Exact feature values plus rendering, marker, preservation, error, and no-op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56432"/>
            <a:ext cx="5230368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60273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66B54"/>
                </a:solidFill>
                <a:latin typeface="Consolas"/>
              </a:rPr>
              <a:t>.github/workflows/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8953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4281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main + path filter → Python 3.12 → pytest → sync → PR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21808"/>
            <a:ext cx="10789920" cy="6858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52297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247"/>
                </a:solidFill>
                <a:latin typeface="Aptos"/>
              </a:rPr>
              <a:t>Security and reproducibility: least write permissions • GITHUB_TOKEN PR creation enabled • actions pinned to commit SHAs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06  / 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Evidence from review and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The code was checked locally, then the real main-branch trigger exercised the workflow twice.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182112" cy="36118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1D5D0"/>
                </a:solidFill>
                <a:latin typeface="Aptos"/>
              </a:rPr>
              <a:t>PYTHON 3.12.10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pytest 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7E5EA"/>
                </a:solidFill>
                <a:latin typeface="Aptos"/>
              </a:rPr>
              <a:t>Disposable README check: bullets correct, outside bytes preserved, second run unchanged.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3401568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64008" cy="1490472"/>
          </a:xfrm>
          <a:prstGeom prst="rect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9933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95728"/>
            <a:ext cx="3017520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No blocking findings. Pytest pinning was a low-severity recommendation and was explicitly deferred.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828800"/>
            <a:ext cx="3703320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828800"/>
            <a:ext cx="64008" cy="149047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993392"/>
            <a:ext cx="33192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WORKFLOW RUN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395728"/>
            <a:ext cx="331927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Successful after PR #1 merged; opened README PR #2 for Create + Update.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94176"/>
            <a:ext cx="3401568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694176"/>
            <a:ext cx="64008" cy="1490472"/>
          </a:xfrm>
          <a:prstGeom prst="rect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85876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WORKFLOW RUN #2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4261104"/>
            <a:ext cx="3017520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Successful after PR #3 merged; opened README PR #4 with READ added.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694176"/>
            <a:ext cx="3703320" cy="1490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3694176"/>
            <a:ext cx="64008" cy="1490472"/>
          </a:xfrm>
          <a:prstGeom prst="rect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3858768"/>
            <a:ext cx="33192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4261104"/>
            <a:ext cx="3319272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The human-approved source PR and bot-generated README PR were separately reviewed and merged.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4243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Action runs were observed on GitHub; local tests alone were not treated as end-to-end workflow evidence.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07  /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Two change cycles proved the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Source-code PRs changed the feature list; the workflow generated a separate README PR each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61288" y="2788920"/>
            <a:ext cx="9902952" cy="0"/>
          </a:xfrm>
          <a:prstGeom prst="line">
            <a:avLst/>
          </a:prstGeom>
          <a:ln w="2540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04672" y="2542032"/>
            <a:ext cx="493776" cy="493776"/>
          </a:xfrm>
          <a:prstGeom prst="ellipse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2523744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47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6678"/>
                </a:solidFill>
                <a:latin typeface="Aptos"/>
              </a:rPr>
              <a:t>PR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85615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Pipeline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7939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Merged implementation: source, sync script, tests, workflow.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2542032"/>
            <a:ext cx="493776" cy="493776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38144" y="3246120"/>
            <a:ext cx="2523744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3447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C8C"/>
                </a:solidFill>
                <a:latin typeface="Aptos"/>
              </a:rPr>
              <a:t>PR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3785615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Initial README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427939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Bot PR added Create + Update. Reviewed and merged.</a:t>
            </a:r>
          </a:p>
        </p:txBody>
      </p:sp>
      <p:sp>
        <p:nvSpPr>
          <p:cNvPr id="16" name="Oval 15"/>
          <p:cNvSpPr/>
          <p:nvPr/>
        </p:nvSpPr>
        <p:spPr>
          <a:xfrm>
            <a:off x="6364224" y="2542032"/>
            <a:ext cx="493776" cy="493776"/>
          </a:xfrm>
          <a:prstGeom prst="ellipse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2523744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447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66B54"/>
                </a:solidFill>
                <a:latin typeface="Aptos"/>
              </a:rPr>
              <a:t>PR 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785615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Add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7939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Feature source and exact-value test. 11 tests passed; merged.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2542032"/>
            <a:ext cx="493776" cy="493776"/>
          </a:xfrm>
          <a:prstGeom prst="ellipse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97696" y="3246120"/>
            <a:ext cx="2523744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344728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805A"/>
                </a:solidFill>
                <a:latin typeface="Aptos"/>
              </a:rPr>
              <a:t>PR 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785615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README sync for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27939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Bot PR added - READ only. Reviewed and merged.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31536"/>
            <a:ext cx="10789920" cy="612648"/>
          </a:xfrm>
          <a:prstGeom prst="roundRect">
            <a:avLst/>
          </a:prstGeom>
          <a:solidFill>
            <a:srgbClr val="E4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614416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805A"/>
                </a:solidFill>
                <a:latin typeface="Aptos"/>
              </a:rPr>
              <a:t>Outcome: the source change was merged, the workflow ran, and its generated README diff matched the feature list.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C8C"/>
                </a:solidFill>
                <a:latin typeface="Aptos"/>
              </a:rPr>
              <a:t>08  /  HOW TO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02A43"/>
                </a:solidFill>
                <a:latin typeface="Aptos Display"/>
              </a:rPr>
              <a:t>The next feature follows the same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7987"/>
                </a:solidFill>
                <a:latin typeface="Aptos"/>
              </a:rPr>
              <a:t>This separation keeps the source PR reviewable and makes the README change independently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1975104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496312"/>
            <a:ext cx="438912" cy="438912"/>
          </a:xfrm>
          <a:prstGeom prst="ellipse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94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18103"/>
            <a:ext cx="1655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Edit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93591"/>
            <a:ext cx="16550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Add a name to
src/features.py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3264408"/>
            <a:ext cx="201168" cy="0"/>
          </a:xfrm>
          <a:prstGeom prst="line">
            <a:avLst/>
          </a:prstGeom>
          <a:ln w="1905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2072" y="2331720"/>
            <a:ext cx="1975104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26664" y="2496312"/>
            <a:ext cx="438912" cy="438912"/>
          </a:xfrm>
          <a:prstGeom prst="ellipse">
            <a:avLst/>
          </a:prstGeom>
          <a:solidFill>
            <a:srgbClr val="276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5694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118103"/>
            <a:ext cx="1655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Test +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93591"/>
            <a:ext cx="16550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Run pytest; open a
source PR to main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37176" y="3264408"/>
            <a:ext cx="201168" cy="0"/>
          </a:xfrm>
          <a:prstGeom prst="line">
            <a:avLst/>
          </a:prstGeom>
          <a:ln w="1905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65776" y="2331720"/>
            <a:ext cx="1975104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30368" y="2496312"/>
            <a:ext cx="438912" cy="438912"/>
          </a:xfrm>
          <a:prstGeom prst="ellipse">
            <a:avLst/>
          </a:prstGeom>
          <a:solidFill>
            <a:srgbClr val="D6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5694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118103"/>
            <a:ext cx="1655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Merge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593591"/>
            <a:ext cx="16550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Push to main matches
the workflow trigger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3264408"/>
            <a:ext cx="201168" cy="0"/>
          </a:xfrm>
          <a:prstGeom prst="line">
            <a:avLst/>
          </a:prstGeom>
          <a:ln w="1905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69480" y="2331720"/>
            <a:ext cx="1975104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2" y="2496312"/>
            <a:ext cx="438912" cy="438912"/>
          </a:xfrm>
          <a:prstGeom prst="ellipse">
            <a:avLst/>
          </a:prstGeom>
          <a:solidFill>
            <a:srgbClr val="E9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25694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3118103"/>
            <a:ext cx="1655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Bot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3593591"/>
            <a:ext cx="16550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Tests pass; marker
region is regenerated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44584" y="3264408"/>
            <a:ext cx="201168" cy="0"/>
          </a:xfrm>
          <a:prstGeom prst="line">
            <a:avLst/>
          </a:prstGeom>
          <a:ln w="19050">
            <a:solidFill>
              <a:srgbClr val="AA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73184" y="2331720"/>
            <a:ext cx="1975104" cy="1901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37776" y="2496312"/>
            <a:ext cx="438912" cy="438912"/>
          </a:xfrm>
          <a:prstGeom prst="ellipse">
            <a:avLst/>
          </a:prstGeom>
          <a:solidFill>
            <a:srgbClr val="2D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7776" y="2569463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3118103"/>
            <a:ext cx="16550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Review README 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3593591"/>
            <a:ext cx="16550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987"/>
                </a:solidFill>
                <a:latin typeface="Aptos"/>
              </a:rPr>
              <a:t>Bot opens/updates
docs/auto-update-readme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892040"/>
            <a:ext cx="10771632" cy="102412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02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1D5D0"/>
                </a:solidFill>
                <a:latin typeface="Aptos"/>
              </a:rPr>
              <a:t>HUMAN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056632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Review and merge the source PR; separately review and merge the bot README PR. The workflow never writes directly to main.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987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9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400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1D5D0"/>
                </a:solidFill>
                <a:latin typeface="Aptos"/>
              </a:rPr>
              <a:t>09  / 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A small automation,
with a visible audit trail.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907792"/>
            <a:ext cx="2532888" cy="1225296"/>
          </a:xfrm>
          <a:prstGeom prst="roundRect">
            <a:avLst/>
          </a:prstGeom>
          <a:solidFill>
            <a:srgbClr val="1C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309981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68C8C"/>
                </a:solidFill>
                <a:latin typeface="Aptos Display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675887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E5EA"/>
                </a:solidFill>
                <a:latin typeface="Aptos"/>
              </a:rPr>
              <a:t>features in README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907792"/>
            <a:ext cx="2532888" cy="1225296"/>
          </a:xfrm>
          <a:prstGeom prst="roundRect">
            <a:avLst/>
          </a:prstGeom>
          <a:solidFill>
            <a:srgbClr val="1C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09981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805A"/>
                </a:solidFill>
                <a:latin typeface="Aptos Display"/>
              </a:rP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675887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E5EA"/>
                </a:solidFill>
                <a:latin typeface="Aptos"/>
              </a:rPr>
              <a:t>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2907792"/>
            <a:ext cx="2532888" cy="1225296"/>
          </a:xfrm>
          <a:prstGeom prst="roundRect">
            <a:avLst/>
          </a:prstGeom>
          <a:solidFill>
            <a:srgbClr val="1C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09981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9B44C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675887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E5EA"/>
                </a:solidFill>
                <a:latin typeface="Aptos"/>
              </a:rPr>
              <a:t>successful workflow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98864" y="2907792"/>
            <a:ext cx="2532888" cy="1225296"/>
          </a:xfrm>
          <a:prstGeom prst="roundRect">
            <a:avLst/>
          </a:prstGeom>
          <a:solidFill>
            <a:srgbClr val="1C3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1744" y="309981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66B54"/>
                </a:solidFill>
                <a:latin typeface="Aptos Display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1744" y="3675887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7E5EA"/>
                </a:solidFill>
                <a:latin typeface="Aptos"/>
              </a:rPr>
              <a:t>PRs merged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663440"/>
            <a:ext cx="10561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1D0D7"/>
                </a:solidFill>
                <a:latin typeface="Aptos"/>
              </a:rPr>
              <a:t>Presentation source: docs/nsg-agent-conversation.md
Workflow: .github/workflows/readme-auto-sync.yml  •  Tests: tests/  •  Verification: tests/results/test_results.md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69671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1D5D0"/>
                </a:solidFill>
                <a:latin typeface="Aptos"/>
              </a:rPr>
              <a:t>README AUTO-SYNC  /  END-TO-END SDLC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73952"/>
            <a:ext cx="11091672" cy="0"/>
          </a:xfrm>
          <a:prstGeom prst="line">
            <a:avLst/>
          </a:prstGeom>
          <a:ln w="10160">
            <a:solidFill>
              <a:srgbClr val="315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37960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3C5CE"/>
                </a:solidFill>
                <a:latin typeface="Aptos"/>
              </a:rPr>
              <a:t>README AUTO-SYNC  /  SDLC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967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3C5C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README Auto-Sync: End-to-End SDLC</dc:title>
  <dc:subject>Human-gated SDLC pipeline and GitHub Actions README synchronization</dc:subject>
  <dc:creator>GitHub Copilot</dc:creator>
  <cp:keywords>SDLC, GitHub Actions, README, human-in-the-loop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